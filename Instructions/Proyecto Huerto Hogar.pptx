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Montserrat"/>
      <p:regular r:id="rId7"/>
      <p:bold r:id="rId8"/>
      <p:italic r:id="rId9"/>
      <p:boldItalic r:id="rId10"/>
    </p:embeddedFont>
    <p:embeddedFont>
      <p:font typeface="La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ato-regular.fntdata"/><Relationship Id="rId10" Type="http://schemas.openxmlformats.org/officeDocument/2006/relationships/font" Target="fonts/Montserrat-boldItalic.fntdata"/><Relationship Id="rId13" Type="http://schemas.openxmlformats.org/officeDocument/2006/relationships/font" Target="fonts/Lato-italic.fntdata"/><Relationship Id="rId12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-italic.fntdata"/><Relationship Id="rId14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Montserrat-regular.fntdata"/><Relationship Id="rId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96975" y="3299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Proyecto Huerto Hogar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143775" y="2265250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integrantes:Daniel Castro, Benjamin Mella</a:t>
            </a:r>
            <a:endParaRPr/>
          </a:p>
        </p:txBody>
      </p:sp>
      <p:sp>
        <p:nvSpPr>
          <p:cNvPr id="136" name="Google Shape;136;p13"/>
          <p:cNvSpPr txBox="1"/>
          <p:nvPr/>
        </p:nvSpPr>
        <p:spPr>
          <a:xfrm>
            <a:off x="4022100" y="4149175"/>
            <a:ext cx="43437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https://github.com/Dan1elCastroC/Evaluacion-Parcial-1-HUERTO-HOGAR.git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7" name="Google Shape;13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575" y="2771350"/>
            <a:ext cx="1924050" cy="192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